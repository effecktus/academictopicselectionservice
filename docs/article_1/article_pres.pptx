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260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НАУКИ И ВЫСШЕГО ОБРАЗОВАНИЯ РОССИЙСКОЙ ФЕДЕРАЦИИ
КНИТУ-КАИ · Кафедра прикладной математики и информатики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Всероссийская молодёжная научно-практическая конференция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«Компьютерные технологии и защита информации – 2026»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«Проектирование базы данных информационной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системы выбора тем выпускных квалификационных работ»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706624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Авторы:  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Ильин А.А., Жугар И.К., Швагин Г.А.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 руководитель:  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доцент каф. ПМИ Валитова Н.Л.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Направление: 09.03.04 Программная инженерия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9136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Казань, 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Актуальность и цель работы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Выбор научного руководителя и темы ВКР ведётся вручную: электронная почта, личные встречи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Заведующий кафедрой лишён единого представления о состоянии распределения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Дублирование тем, непрозрачность процедуры, задержки и отсутствие единого архива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работы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8275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Спроектировать и реализовать схему реляционной базы данных, обеспечивающей хранение информации о пользователях, темах, заявках студентов, сообщениях в чате и архиве защищённых работ с поддержкой целостности данных и встроенной бизнес-логикой.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Предметная область. Жизненный цикл заявки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Студент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выбирает тему, подаёт заявку, ведёт чат с преподавателем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Преподаватель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публикует темы, одобряет или отклоняет заявки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Заведующий кафедрой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финально утверждает переданные заявки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Администратор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ведёт учётные записи, загружает архив защищённых работ</a:t>
            </a:r>
            <a:endParaRPr lang="en-US" sz="1350" dirty="0"/>
          </a:p>
        </p:txBody>
      </p:sp>
      <p:pic>
        <p:nvPicPr>
          <p:cNvPr id="6" name="Image 0" descr="C:\Users\Aydar.Ilin\Documents\Cods\AcademicTopicSelectionService\docs\article_1\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806702"/>
            <a:ext cx="4663440" cy="707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06240" y="32918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Pending → ApprovedBySupervisor → PendingDepartmentHead → ApprovedByDepartmentHead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любой момент: Cancelled / RejectedBySupervisor / RejectedByDepartmentHead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Концептуальная модель базы данных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7</a:t>
            </a:r>
            <a:endParaRPr lang="en-US" sz="1000" dirty="0"/>
          </a:p>
        </p:txBody>
      </p:sp>
      <p:pic>
        <p:nvPicPr>
          <p:cNvPr id="5" name="Image 0" descr="C:\Users\Aydar.Ilin\Documents\Cods\AcademicTopicSelectionService\docs\article_1\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3035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960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таблиц — три группы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261872"/>
            <a:ext cx="31089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Справочные (7 шт.)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UserRoles, ApplicationStatuses, TopicStatuses, AcademicDegrees и др.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Основные сущности (9 шт.)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Users, Students, Teachers, Topics, StudentApplications, ChatMessages, GraduateWorks и др.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Безопасность (1 шт.)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RefreshTokens — хранение JWT refresh-токенов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Логическая структура. StudentApplications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7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6492240" cy="3810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Тип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Описание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UUID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Идентификатор заявки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StudentId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UUID FK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Студент, подавший заявку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TopicId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UUID FK,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Выбранная тема из каталога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ProposedTitle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CITEXT,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Тема студента (взаимоисключает TopicId)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UUID FK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Текущий статус заявки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TeacherApprovedAt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TIMESTAMPTZ,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Дата одобрения преподавателем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TeacherRejectionReason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TEXT,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Причина отклонения преподавателем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DepartmentHeadApprovedAt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TIMESTAMPTZ,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Дата утверждения заведующим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DepartmentHeadRejectionReason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TEXT,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Причина отклонения заведующим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CancelledAt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TIMESTAMPTZ, NULL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Дата отмены студентом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949440" y="914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Ключевые правила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49440" y="12344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CHECK: только TopicId </a:t>
            </a:r>
            <a:r>
              <a:rPr lang="en-US" sz="12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или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ProposedTitle</a:t>
            </a:r>
            <a:endParaRPr lang="ru-RU" sz="12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12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Временны́е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метки фиксируют </a:t>
            </a:r>
            <a:r>
              <a:rPr lang="en-US" sz="12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каждый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этап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Физическая реализация в PostgreSQL 16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 CHECK-ограничений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Взаимоисключение TopicId и ProposedTitle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Обязательность причины при отклонении заявки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Запрет противоречивых решений (одновременное одобрение и отклонение)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Бизнес-правила закреплены на уровне СУБД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индексов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261872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Простые: по FK для JOIN-операций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Составные: (TeacherId, Year) для фильтрации тем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Частичный: только активные заявки (Status = Pending)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CITEXT-индексы для регистронезависимого поиска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Дополнительные решения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730752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UUID-идентификаторы во всех таблицах для совместимости с распределёнными системами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Тип CITEXT для регистронезависимого хранения имён и названий тем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Каскадное удаление ChatMessages при удалении заявки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Заключение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Результаты работы: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Спроектирована реляционная БД из 17 таблиц в 3НФ для веб-сервиса выбора тем ВКР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Реализована в PostgreSQL 16: 28 CHECK-ограничений закрепляют бизнес-правила на уровне СУБД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Создано 20 индексов (простые, составные, частичный) для оптимизации типовых запросов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Центральная сущность StudentApplications аккумулирует полный жизненный цикл заявки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Схема служит источником истины для REST API на ASP.NET Core 10 с EF Core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значимость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97480" y="3749040"/>
            <a:ext cx="6080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устраняет ручное управление процессом выбора тем ВКР, обеспечивает прозрачность на всех этапах согласования и единый архив защищённых работ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577</Words>
  <Application>Microsoft Office PowerPoint</Application>
  <PresentationFormat>Экран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базы данных информационной системы выбора тем ВКР</dc:title>
  <dc:subject>PptxGenJS Presentation</dc:subject>
  <dc:creator>Ильин А.А., Жугар И.К., Швагин Г.А.</dc:creator>
  <cp:lastModifiedBy>Ильин Айдар Альбертович</cp:lastModifiedBy>
  <cp:revision>4</cp:revision>
  <dcterms:created xsi:type="dcterms:W3CDTF">2026-05-28T06:59:15Z</dcterms:created>
  <dcterms:modified xsi:type="dcterms:W3CDTF">2026-05-29T05:47:23Z</dcterms:modified>
</cp:coreProperties>
</file>