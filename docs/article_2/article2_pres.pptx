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4327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МИНИСТЕРСТВО НАУКИ И ВЫСШЕГО ОБРАЗОВАНИЯ РОССИЙСКОЙ ФЕДЕРАЦИИ
КНИТУ-КАИ · Кафедра прикладной математики и информатики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9611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Всероссийская молодёжная научно-практическая конференция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«Компьютерные технологии и защита информации – 2026»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«Архитектура сервиса выбора тем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выпускной квалификационной работы»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706624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Обучающийся группы 4411:  </a:t>
            </a: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Ильин Айдар Альбертович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1638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Научный руководитель:  </a:t>
            </a: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доцент каф. ПМИ Валитова Н.Л.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352958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Направление: 09.03.04 Программная инженерия · Профиль: Разработка программно-информационных систем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88620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913632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Казань, 2026 г.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Цель и задачи работы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261872"/>
            <a:ext cx="8275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В вузах распределение тем ВКР и научных руководителей сопровождается разрозненными каналами связи и слабой прозрачностью статусов. Целостный веб-сервис требует устойчивой архитектуры, допускающей развитие без переписывания бизнес-логики.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Цель работы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8275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Спроектировать и обосновать архитектуру веб-сервиса для автоматизации выбора темы и научного руководителя ВКР с учётом ролей студента, преподавателя, заведующего кафедрой и администратора.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07238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Задачи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364992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Определить назначение и границы сервиса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Обосновать технологический стек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Описать слоистую архитектуру и декомпозицию на подсистемы</a:t>
            </a:r>
            <a:endParaRPr lang="en-US" sz="1400" dirty="0"/>
          </a:p>
          <a:p>
            <a:pPr>
              <a:spcAft>
                <a:spcPts val="600"/>
              </a:spcAft>
            </a:pPr>
            <a:r>
              <a:rPr lang="en-US" sz="14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Изложить ключевые потоки данных и подходы к безопасности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Технологический стек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Клиентская часть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252728"/>
            <a:ext cx="192024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98448"/>
            <a:ext cx="1920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Angular 20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TypeScript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SCSS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PrimeNG 20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HTTP-вызовы API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377440" y="9601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Серверная часть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77440" y="1252728"/>
            <a:ext cx="192024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298448"/>
            <a:ext cx="1920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ASP.NET Core 10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C# 13 / .NET 10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 Core 10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 + Refresh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Swagger / OpenAPI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34840" y="9601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Хранение данных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34840" y="1252728"/>
            <a:ext cx="210312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298448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PostgreSQL 16</a:t>
            </a:r>
            <a:endParaRPr lang="ru-RU" sz="1300" dirty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Redis 7</a:t>
            </a:r>
            <a:endParaRPr lang="ru-RU" sz="1300" dirty="0">
              <a:solidFill>
                <a:srgbClr val="000000"/>
              </a:solidFill>
              <a:latin typeface="Times New Roman" pitchFamily="34" charset="0"/>
              <a:ea typeface="Times New Roman" pitchFamily="34" charset="-122"/>
              <a:cs typeface="Times New Roman" pitchFamily="34" charset="-120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S3 / MinIO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960120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Инфраструктура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720840" y="1252728"/>
            <a:ext cx="210312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1298448"/>
            <a:ext cx="21031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Docker / Compose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Nginx (HTTPS)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SMTP (MailKit)</a:t>
            </a:r>
            <a:endParaRPr lang="en-US" sz="1300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Общая архитектурная схема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7</a:t>
            </a:r>
            <a:endParaRPr lang="en-US" sz="1000" dirty="0"/>
          </a:p>
        </p:txBody>
      </p:sp>
      <p:pic>
        <p:nvPicPr>
          <p:cNvPr id="5" name="Image 0" descr="C:\Users\Aydar.Ilin\Documents\Cods\AcademicTopicSelectionService\docs\article_2\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48640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89320" y="9601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Принципы построения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89320" y="1261872"/>
            <a:ext cx="28346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Клиент-серверная модель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бизнес-логика</a:t>
            </a: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и доступ к данным — на сервере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Чистая архитектура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зависимости направлены к центру; домен не зависит от фреймворков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Обмен по HTTPS (JSON)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единый протокол для всех ролей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Расширяемость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интеграции (ЭИОС, LDAP) через Infrastructure без изменения ядра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Структура сервера. Декомпозиция на подсистемы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7</a:t>
            </a:r>
            <a:endParaRPr lang="en-US" sz="1000" dirty="0"/>
          </a:p>
        </p:txBody>
      </p:sp>
      <p:pic>
        <p:nvPicPr>
          <p:cNvPr id="5" name="Image 0" descr="C:\Users\Aydar.Ilin\Documents\Cods\AcademicTopicSelectionService\docs\article_2\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3200400" cy="3520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703320" y="914400"/>
            <a:ext cx="2331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Четыре проекта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703320" y="1216152"/>
            <a:ext cx="2331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Domain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сущности и правила; нет зависимостей от EF Core и ASP.NET Core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сервисы заявок, тем, чата, уведомлений; интерфейсы репозиториев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Infrastructure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DbContext, EF Core, Redis, S3, SMTP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контроллеры /api/v1/..., JWT middleware, Swagger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172200" y="9144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Подсистемы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72200" y="1216152"/>
            <a:ext cx="2651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Управление доступом и профилями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Справочники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Каталог тем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Процесс согласования заявок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Коммуникации по заявке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Уведомления (in-app + email)</a:t>
            </a:r>
            <a:endParaRPr lang="en-US" sz="1250" dirty="0"/>
          </a:p>
          <a:p>
            <a:pPr>
              <a:spcAft>
                <a:spcPts val="600"/>
              </a:spcAft>
            </a:pPr>
            <a:r>
              <a:rPr lang="en-US" sz="12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Архив и администрирование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Потоки данных и безопасность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Ключевые потоки данных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420624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Заявки: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JSON → REST API → Application → транзакция в PostgreSQL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Чат (polling):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сообщения в БД; периодические запросы без WebSocket — проще прохождение через МЭ вуза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Архив: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файлы в S3/MinIO, метаданные в PostgreSQL, доступ только у администратора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Refresh-токены: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хранятся в Redis с TTL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4880" y="960120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261872"/>
            <a:ext cx="402336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JWT-аутентификация + ротация refresh-токенов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Хэширование паролей (bcrypt)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Ролевой доступ на уровне API и сервисов Application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Серверная валидация входных данных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CORS только для доверенных источников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Details и журналирование ошибок</a:t>
            </a:r>
            <a:endParaRPr lang="en-US" sz="1350" dirty="0"/>
          </a:p>
          <a:p>
            <a:pPr>
              <a:spcAft>
                <a:spcPts val="600"/>
              </a:spcAft>
            </a:pPr>
            <a:r>
              <a:rPr lang="en-US" sz="13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Бизнес-правила в Domain/Application — тестируемы без реальной СУБД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09728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Заключение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841248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2803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0808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/ 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Результаты работы: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84124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Спроектирована и обоснована архитектура веб-сервиса выбора тем ВКР</a:t>
            </a:r>
            <a:endParaRPr lang="en-US" sz="1450" dirty="0"/>
          </a:p>
          <a:p>
            <a:pPr>
              <a:spcAft>
                <a:spcPts val="600"/>
              </a:spcAft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Четырёхслойный сервер по принципам чистой архитектуры: Domain, Application, Infrastructure, API</a:t>
            </a:r>
            <a:endParaRPr lang="en-US" sz="1450" dirty="0"/>
          </a:p>
          <a:p>
            <a:pPr>
              <a:spcAft>
                <a:spcPts val="600"/>
              </a:spcAft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Бизнес-правила локализованы в Domain и Application — не зависят от СУБД и фреймворков</a:t>
            </a:r>
            <a:endParaRPr lang="en-US" sz="1450" dirty="0"/>
          </a:p>
          <a:p>
            <a:pPr>
              <a:spcAft>
                <a:spcPts val="600"/>
              </a:spcAft>
            </a:pP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Технологический стек: Angular, ASP.NET Core, PostgreSQL, Redis, S3, SMTP</a:t>
            </a:r>
            <a:endParaRPr lang="en-US" sz="1450" dirty="0"/>
          </a:p>
          <a:p>
            <a:pPr>
              <a:spcAft>
                <a:spcPts val="600"/>
              </a:spcAft>
            </a:pPr>
            <a:r>
              <a:rPr lang="en-US" sz="145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Интеграции</a:t>
            </a: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50" dirty="0" err="1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подключаются</a:t>
            </a:r>
            <a:r>
              <a:rPr lang="en-US" sz="14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через Infrastructure без изменения ядра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365760" y="365760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Практическая значимость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97480" y="3657600"/>
            <a:ext cx="6080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сокращает объём неформальной переписки при согласовании тем ВКР, предоставляет единое актуальное представление о статусе заявок; изменения в подсистемах локализованы во внешних слоях и не затрагивают доменные сценарии согласования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591</Words>
  <Application>Microsoft Office PowerPoint</Application>
  <PresentationFormat>Экран (16:9)</PresentationFormat>
  <Paragraphs>109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Архитектура сервиса выбора тем выпускной квалификационной работы</dc:title>
  <dc:subject>PptxGenJS Presentation</dc:subject>
  <dc:creator>Ильин А.А.</dc:creator>
  <cp:lastModifiedBy>Ильин Айдар Альбертович</cp:lastModifiedBy>
  <cp:revision>5</cp:revision>
  <dcterms:created xsi:type="dcterms:W3CDTF">2026-05-28T07:11:08Z</dcterms:created>
  <dcterms:modified xsi:type="dcterms:W3CDTF">2026-05-29T05:53:50Z</dcterms:modified>
</cp:coreProperties>
</file>