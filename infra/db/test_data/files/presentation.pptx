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8F91-AF51-4992-8534-6C473702C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C5E44B-FDD2-4CF0-8714-4594FAA90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DC3FB7-1497-44F5-9EB2-D3A66986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968E18-29B3-4282-A580-68FB4B81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5FF401-ED32-4622-ACA7-894CB4317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12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38E5F-1E4E-488A-B0C4-0AD8B98D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9C4880-7033-4544-A682-0427881A7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F98011-EE10-4A40-8227-2842CCD4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74E699-3BAA-4F59-A55C-E384C196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ED13B7-A5D6-4803-A0DA-4E5E8ED0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6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40213-67D3-4515-8B66-5D5CD915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C89F68-28C0-49B0-8CFA-C95B57D15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66C6DE-3EAA-419E-B648-1ABEDE33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D1304C-4BB0-4B75-BA02-8A464D3C6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E41AB0-227B-4A5C-9D3B-E8BEC5B4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643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3CC81-8C16-4ADD-9035-F83F9F31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2D866-B16D-4647-8FCB-EC83F574F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E6C241-47F6-435C-8422-76B93D545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B7A5B1-2A70-4593-BB2F-4C0C9DC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727EB5-879D-49E4-94A8-28862230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825E55-4A55-4825-8D75-60B60110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05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94BAB-85D4-4862-B46D-A383603D0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D4C578-465D-4241-A833-C1E088D9E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D1E450-EE8C-4311-BF94-ED37581E4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D52862-9A34-49DC-90C4-BAA196EE5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6FF6CB-9640-46F5-9C64-DF1EA3FCE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489D2E-364A-4723-BF8A-1ED27025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A0F8CC-C6AE-4CD3-B75E-E81A36A79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B8412C-AB1A-4DEE-ADE8-2B64294D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51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A8868-E61D-4061-AB91-DBB992CD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ADDE9B8-9534-443E-A038-675509F37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428E58-E5BB-406C-BF48-B38A00DC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13C977-1494-4FF0-8D4E-A64759DD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62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050FCF-C1C6-405B-A120-3C3AA230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810903-69F4-4C6A-9EBF-0CA81E1C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AF99E2-8F4C-4CE2-B98A-CEA23701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18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51C2D-1560-4538-ACB7-87348071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59801-3D2A-4A9C-B2CE-B4EE6C47A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3CC2F2-80F4-449B-8C74-8080DDE6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ABAC40-FD09-4709-90A3-9EF5F0B7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F743BF-C63A-4C8E-BE7B-E616838F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71596-3A65-45A4-8E00-3A07252D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87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B15FF-738F-4545-B8E7-DAFE9FCC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24AF01-1178-446F-B7AF-CE9BE26F9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D4A91A-9F8E-4172-B2FB-D3A29DF0B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DEB838-BF2D-488D-9FF2-63176AE9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AE9670-5072-436C-9157-740B826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2675AC-4B52-4CC0-9769-9DF77AE0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82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6D6B9-F8D4-4627-B372-CFAB7EF3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9D3FE8-4CFE-4E27-92B9-9C5FFEBDC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2370EB-8442-46AB-A2A9-8DADC031A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16372D-3E06-498C-92CF-56905A5C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5003D-6507-4878-A92F-20C12C96E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004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C6BAD7-7E9C-4CA0-8930-0558AFF14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09EA08-C9EB-499F-B816-ABDAB8F49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2DF9D4-3BD0-4D1A-A04E-DD1B1E49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7F9081-9356-44A3-A8CF-10A0FF4B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E97BDB-0A7C-49F8-9834-C7A49D42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90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68B2-7DF3-474B-AC0F-62B1277E6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233893-0227-4767-95F6-7F3D28927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1D2CF9-F542-4DE3-8C03-AF30FA8AC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23C46-D141-45C4-A4BB-03584BDFA5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8C1216-20C0-41AC-9F62-D72059365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32B273-222F-4789-97D8-5BF6D081D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C2BAF-928D-47A6-93C0-E86D29B2F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24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40E6E-6BCE-4210-A3D5-86877A8B1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Тестовая </a:t>
            </a:r>
            <a:r>
              <a:rPr lang="ru-RU" dirty="0"/>
              <a:t>п</a:t>
            </a:r>
            <a:r>
              <a:rPr lang="ru-RU"/>
              <a:t>резентация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1998E5-203B-4121-8606-1C6C50815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87894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Тестовая презентация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Тестовая презентация</dc:title>
  <dc:creator>Ильин Айдар Альбертович</dc:creator>
  <cp:lastModifiedBy>Ильин Айдар Альбертович</cp:lastModifiedBy>
  <cp:revision>1</cp:revision>
  <dcterms:created xsi:type="dcterms:W3CDTF">2026-05-18T07:38:40Z</dcterms:created>
  <dcterms:modified xsi:type="dcterms:W3CDTF">2026-05-18T07:39:05Z</dcterms:modified>
</cp:coreProperties>
</file>